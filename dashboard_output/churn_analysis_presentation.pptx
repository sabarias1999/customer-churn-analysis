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Customer Churn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C8C8"/>
                </a:solidFill>
              </a:rPr>
              <a:t>Telco Customer Churn — End-to-End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</a:rPr>
              <a:t>Built by Sabari A S | linkedin.com/in/sabari3299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Executive KPI Summary</a:t>
            </a:r>
          </a:p>
        </p:txBody>
      </p:sp>
      <p:pic>
        <p:nvPicPr>
          <p:cNvPr id="3" name="Picture 2" descr="08_kp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Overall Churn Distribution</a:t>
            </a:r>
          </a:p>
        </p:txBody>
      </p:sp>
      <p:pic>
        <p:nvPicPr>
          <p:cNvPr id="3" name="Picture 2" descr="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</a:rPr>
              <a:t>26.5% of customers churned
1 in 4 customers is leaving
Retaining customers costs 5x less than acquiring new 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Churn by Contract Type</a:t>
            </a:r>
          </a:p>
        </p:txBody>
      </p:sp>
      <p:pic>
        <p:nvPicPr>
          <p:cNvPr id="3" name="Picture 2" descr="02_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Month-to-month: 42.7% churn
One-year: 11.3% churn
Two-year: 2.8% churn
Action: Incentivise customers to upgrade to longer contracts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Churn by Internet Service</a:t>
            </a:r>
          </a:p>
        </p:txBody>
      </p:sp>
      <p:pic>
        <p:nvPicPr>
          <p:cNvPr id="3" name="Picture 2" descr="05_churn_by_int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Fiber Optic: 41.9% churn
DSL: 19.0% churn
No Internet: 7.4% churn
Action: Audit Fiber Optic complaints and benchmark competitor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Churn by Payment Method</a:t>
            </a:r>
          </a:p>
        </p:txBody>
      </p:sp>
      <p:pic>
        <p:nvPicPr>
          <p:cNvPr id="3" name="Picture 2" descr="06_churn_by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914400"/>
            <a:ext cx="5303520" cy="45720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Electronic Check: 45.3% churn
Mailed Check: 19.1% churn
Auto-pay: 15-17% churn
Action: Migrate customers to auto-pay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Churn Heatmap — Contract × Internet Service</a:t>
            </a:r>
          </a:p>
        </p:txBody>
      </p:sp>
      <p:pic>
        <p:nvPicPr>
          <p:cNvPr id="3" name="Picture 2" descr="07_chur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Target month-to-month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Offer discounts to upgrade — churn drops from 42.7% to 2.8%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Investigate Fiber Optic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41.9% churn — audit complaints and benchmark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Migrate to auto-pay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Electronic check 45.3% churn → auto-pay reduces to 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7472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Year 1 onboarding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Most churn happens in first 12 months — intervene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9768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Bundle Tech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Customers without tech support churn significantly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120640"/>
            <a:ext cx="365760" cy="548640"/>
          </a:xfrm>
          <a:prstGeom prst="rect">
            <a:avLst/>
          </a:prstGeom>
          <a:solidFill>
            <a:srgbClr val="E24B4A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Senior citizen retention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B4B4"/>
                </a:solidFill>
              </a:rPr>
              <a:t>40% churn vs 22% non-senior — dedicated support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